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A60C3F-0625-453E-B981-DA29FEB8303D}" type="doc">
      <dgm:prSet loTypeId="urn:microsoft.com/office/officeart/2005/8/layout/venn2" loCatId="relationship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F1FB21C-613D-438F-8ECA-D2596424956B}">
      <dgm:prSet phldrT="[Text]" custT="1"/>
      <dgm:spPr/>
      <dgm:t>
        <a:bodyPr/>
        <a:lstStyle/>
        <a:p>
          <a:r>
            <a:rPr lang="en-US" sz="1200" b="1" u="sng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Affected External Stakeholders</a:t>
          </a:r>
        </a:p>
        <a:p>
          <a:r>
            <a:rPr lang="en-US" sz="12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Regulators</a:t>
          </a:r>
        </a:p>
        <a:p>
          <a:r>
            <a:rPr lang="en-US" sz="12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Insurance companies</a:t>
          </a:r>
        </a:p>
        <a:p>
          <a:r>
            <a:rPr lang="en-US" sz="12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Suppliers</a:t>
          </a:r>
        </a:p>
        <a:p>
          <a:r>
            <a:rPr lang="en-US" sz="12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Patients</a:t>
          </a:r>
        </a:p>
      </dgm:t>
    </dgm:pt>
    <dgm:pt modelId="{065B8813-DF41-4525-82AE-B50D92BF227E}" type="parTrans" cxnId="{93CA6D9B-5268-4FA4-ADB3-89D1BDE36582}">
      <dgm:prSet/>
      <dgm:spPr/>
      <dgm:t>
        <a:bodyPr/>
        <a:lstStyle/>
        <a:p>
          <a:endParaRPr lang="en-US"/>
        </a:p>
      </dgm:t>
    </dgm:pt>
    <dgm:pt modelId="{BC397EE5-A16D-4B25-A2BE-7C35DC532D33}" type="sibTrans" cxnId="{93CA6D9B-5268-4FA4-ADB3-89D1BDE36582}">
      <dgm:prSet/>
      <dgm:spPr/>
      <dgm:t>
        <a:bodyPr/>
        <a:lstStyle/>
        <a:p>
          <a:endParaRPr lang="en-US"/>
        </a:p>
      </dgm:t>
    </dgm:pt>
    <dgm:pt modelId="{58FCDC5C-7716-441D-B0AB-7ED8F48E511A}">
      <dgm:prSet phldrT="[Text]" custT="1"/>
      <dgm:spPr/>
      <dgm:t>
        <a:bodyPr/>
        <a:lstStyle/>
        <a:p>
          <a:r>
            <a:rPr lang="en-US" sz="1000" b="1" u="sng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Organization</a:t>
          </a:r>
        </a:p>
        <a:p>
          <a:r>
            <a:rPr lang="en-US" sz="10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Mgmt.</a:t>
          </a:r>
        </a:p>
        <a:p>
          <a:r>
            <a:rPr lang="en-US" sz="10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Billing Manager</a:t>
          </a:r>
        </a:p>
        <a:p>
          <a:r>
            <a:rPr lang="en-US" sz="10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Charge Nurse</a:t>
          </a:r>
        </a:p>
        <a:p>
          <a:r>
            <a:rPr lang="en-US" sz="10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Physician Director</a:t>
          </a:r>
        </a:p>
        <a:p>
          <a:r>
            <a:rPr lang="en-US" sz="10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Clinical Workflow Specialist</a:t>
          </a:r>
          <a:endParaRPr lang="en-US" sz="1200" b="1" dirty="0">
            <a:solidFill>
              <a:schemeClr val="tx1">
                <a:lumMod val="95000"/>
                <a:lumOff val="5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9649428-F01F-4C09-A9F5-C643A0C1C9F2}" type="parTrans" cxnId="{1869C518-4152-4276-B225-46645C97E39A}">
      <dgm:prSet/>
      <dgm:spPr/>
      <dgm:t>
        <a:bodyPr/>
        <a:lstStyle/>
        <a:p>
          <a:endParaRPr lang="en-US"/>
        </a:p>
      </dgm:t>
    </dgm:pt>
    <dgm:pt modelId="{C005F5EC-DAB7-4605-BCF9-E09CF754CB9E}" type="sibTrans" cxnId="{1869C518-4152-4276-B225-46645C97E39A}">
      <dgm:prSet/>
      <dgm:spPr/>
      <dgm:t>
        <a:bodyPr/>
        <a:lstStyle/>
        <a:p>
          <a:endParaRPr lang="en-US"/>
        </a:p>
      </dgm:t>
    </dgm:pt>
    <dgm:pt modelId="{92F85A07-CE1D-4741-85CB-6B95FAC6D502}">
      <dgm:prSet phldrT="[Text]" custT="1"/>
      <dgm:spPr/>
      <dgm:t>
        <a:bodyPr/>
        <a:lstStyle/>
        <a:p>
          <a:r>
            <a:rPr lang="en-US" sz="1000" b="1" u="sng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Affected Organizational Unit</a:t>
          </a:r>
        </a:p>
        <a:p>
          <a:r>
            <a:rPr lang="en-US" sz="10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Providers</a:t>
          </a:r>
        </a:p>
        <a:p>
          <a:r>
            <a:rPr lang="en-US" sz="10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Nurses</a:t>
          </a:r>
        </a:p>
        <a:p>
          <a:r>
            <a:rPr lang="en-US" sz="10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Clinic operators</a:t>
          </a:r>
        </a:p>
        <a:p>
          <a:r>
            <a:rPr lang="en-US" sz="10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Billing Staff</a:t>
          </a:r>
        </a:p>
        <a:p>
          <a:r>
            <a:rPr lang="en-US" sz="10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Admin. Staff</a:t>
          </a:r>
        </a:p>
      </dgm:t>
    </dgm:pt>
    <dgm:pt modelId="{BE9169BA-66AF-4700-A999-AA6C6A9D3DA4}" type="parTrans" cxnId="{920F892D-A72C-415E-9CC6-CEC87E3A4154}">
      <dgm:prSet/>
      <dgm:spPr/>
      <dgm:t>
        <a:bodyPr/>
        <a:lstStyle/>
        <a:p>
          <a:endParaRPr lang="en-US"/>
        </a:p>
      </dgm:t>
    </dgm:pt>
    <dgm:pt modelId="{8394F0B6-7ECD-4DA4-A7B2-10B4A38B92E5}" type="sibTrans" cxnId="{920F892D-A72C-415E-9CC6-CEC87E3A4154}">
      <dgm:prSet/>
      <dgm:spPr/>
      <dgm:t>
        <a:bodyPr/>
        <a:lstStyle/>
        <a:p>
          <a:endParaRPr lang="en-US"/>
        </a:p>
      </dgm:t>
    </dgm:pt>
    <dgm:pt modelId="{4AA8E324-D564-4C60-90E7-5AA00D9C9541}">
      <dgm:prSet phldrT="[Text]" custT="1"/>
      <dgm:spPr/>
      <dgm:t>
        <a:bodyPr/>
        <a:lstStyle/>
        <a:p>
          <a:r>
            <a:rPr lang="en-US" sz="1000" b="1" u="sng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Solution Delivery</a:t>
          </a:r>
        </a:p>
        <a:p>
          <a:r>
            <a:rPr lang="en-US" sz="10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Business Analyst</a:t>
          </a:r>
        </a:p>
        <a:p>
          <a:r>
            <a:rPr lang="en-US" sz="10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Project Manager</a:t>
          </a:r>
        </a:p>
        <a:p>
          <a:r>
            <a:rPr lang="en-US" sz="10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Ops Support</a:t>
          </a:r>
        </a:p>
        <a:p>
          <a:r>
            <a:rPr lang="en-US" sz="10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Implementation SME</a:t>
          </a:r>
        </a:p>
        <a:p>
          <a:r>
            <a:rPr lang="en-US" sz="10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Tester</a:t>
          </a:r>
        </a:p>
        <a:p>
          <a:endParaRPr lang="en-US" sz="800" dirty="0"/>
        </a:p>
      </dgm:t>
    </dgm:pt>
    <dgm:pt modelId="{DB8B8E59-F04D-4047-9F37-ADBA6EEA48DA}" type="parTrans" cxnId="{8EF8B787-32A5-4991-8CFE-8F13B0CC5BE1}">
      <dgm:prSet/>
      <dgm:spPr/>
      <dgm:t>
        <a:bodyPr/>
        <a:lstStyle/>
        <a:p>
          <a:endParaRPr lang="en-US"/>
        </a:p>
      </dgm:t>
    </dgm:pt>
    <dgm:pt modelId="{6102B815-29B9-4676-BF35-2DB10C75DA4C}" type="sibTrans" cxnId="{8EF8B787-32A5-4991-8CFE-8F13B0CC5BE1}">
      <dgm:prSet/>
      <dgm:spPr/>
      <dgm:t>
        <a:bodyPr/>
        <a:lstStyle/>
        <a:p>
          <a:endParaRPr lang="en-US"/>
        </a:p>
      </dgm:t>
    </dgm:pt>
    <dgm:pt modelId="{C93F614E-7DA6-4F2B-8C19-63A8755130CC}" type="pres">
      <dgm:prSet presAssocID="{C5A60C3F-0625-453E-B981-DA29FEB8303D}" presName="Name0" presStyleCnt="0">
        <dgm:presLayoutVars>
          <dgm:chMax val="7"/>
          <dgm:resizeHandles val="exact"/>
        </dgm:presLayoutVars>
      </dgm:prSet>
      <dgm:spPr/>
    </dgm:pt>
    <dgm:pt modelId="{7F9CB43C-4D07-41AE-9DE1-6CE8F916C4FF}" type="pres">
      <dgm:prSet presAssocID="{C5A60C3F-0625-453E-B981-DA29FEB8303D}" presName="comp1" presStyleCnt="0"/>
      <dgm:spPr/>
    </dgm:pt>
    <dgm:pt modelId="{54E081D0-66A1-48B9-B332-602318764855}" type="pres">
      <dgm:prSet presAssocID="{C5A60C3F-0625-453E-B981-DA29FEB8303D}" presName="circle1" presStyleLbl="node1" presStyleIdx="0" presStyleCnt="4" custScaleX="182004"/>
      <dgm:spPr/>
    </dgm:pt>
    <dgm:pt modelId="{ABAC6B29-A315-4F74-B202-FA2FCCDD40E8}" type="pres">
      <dgm:prSet presAssocID="{C5A60C3F-0625-453E-B981-DA29FEB8303D}" presName="c1text" presStyleLbl="node1" presStyleIdx="0" presStyleCnt="4">
        <dgm:presLayoutVars>
          <dgm:bulletEnabled val="1"/>
        </dgm:presLayoutVars>
      </dgm:prSet>
      <dgm:spPr/>
    </dgm:pt>
    <dgm:pt modelId="{E1E1CF00-ACF6-4CAB-B724-D41E5BB05D72}" type="pres">
      <dgm:prSet presAssocID="{C5A60C3F-0625-453E-B981-DA29FEB8303D}" presName="comp2" presStyleCnt="0"/>
      <dgm:spPr/>
    </dgm:pt>
    <dgm:pt modelId="{E366C34E-81F7-4995-B096-DEC8281123DD}" type="pres">
      <dgm:prSet presAssocID="{C5A60C3F-0625-453E-B981-DA29FEB8303D}" presName="circle2" presStyleLbl="node1" presStyleIdx="1" presStyleCnt="4" custScaleX="187188" custScaleY="85460"/>
      <dgm:spPr/>
    </dgm:pt>
    <dgm:pt modelId="{71D7628B-46B5-43FF-AB43-DB4E4D2A8A64}" type="pres">
      <dgm:prSet presAssocID="{C5A60C3F-0625-453E-B981-DA29FEB8303D}" presName="c2text" presStyleLbl="node1" presStyleIdx="1" presStyleCnt="4">
        <dgm:presLayoutVars>
          <dgm:bulletEnabled val="1"/>
        </dgm:presLayoutVars>
      </dgm:prSet>
      <dgm:spPr/>
    </dgm:pt>
    <dgm:pt modelId="{1F20A750-B1A6-4BC8-825D-754068F886FE}" type="pres">
      <dgm:prSet presAssocID="{C5A60C3F-0625-453E-B981-DA29FEB8303D}" presName="comp3" presStyleCnt="0"/>
      <dgm:spPr/>
    </dgm:pt>
    <dgm:pt modelId="{557DB956-3F34-43A3-8416-A68F2815C007}" type="pres">
      <dgm:prSet presAssocID="{C5A60C3F-0625-453E-B981-DA29FEB8303D}" presName="circle3" presStyleLbl="node1" presStyleIdx="2" presStyleCnt="4" custScaleX="191220" custScaleY="83156"/>
      <dgm:spPr/>
    </dgm:pt>
    <dgm:pt modelId="{5DE8772C-1993-4FAD-9AC3-C7F3EF808426}" type="pres">
      <dgm:prSet presAssocID="{C5A60C3F-0625-453E-B981-DA29FEB8303D}" presName="c3text" presStyleLbl="node1" presStyleIdx="2" presStyleCnt="4">
        <dgm:presLayoutVars>
          <dgm:bulletEnabled val="1"/>
        </dgm:presLayoutVars>
      </dgm:prSet>
      <dgm:spPr/>
    </dgm:pt>
    <dgm:pt modelId="{C9DC09CD-EBE0-4DFC-B3FC-06BEDAA2CF71}" type="pres">
      <dgm:prSet presAssocID="{C5A60C3F-0625-453E-B981-DA29FEB8303D}" presName="comp4" presStyleCnt="0"/>
      <dgm:spPr/>
    </dgm:pt>
    <dgm:pt modelId="{638E03D7-22F8-4A51-A4A9-C1B49E24938A}" type="pres">
      <dgm:prSet presAssocID="{C5A60C3F-0625-453E-B981-DA29FEB8303D}" presName="circle4" presStyleLbl="node1" presStyleIdx="3" presStyleCnt="4" custScaleX="222322" custScaleY="77396"/>
      <dgm:spPr/>
    </dgm:pt>
    <dgm:pt modelId="{E8DEF46E-FE53-43F0-B8AA-6810744D6066}" type="pres">
      <dgm:prSet presAssocID="{C5A60C3F-0625-453E-B981-DA29FEB8303D}" presName="c4text" presStyleLbl="node1" presStyleIdx="3" presStyleCnt="4">
        <dgm:presLayoutVars>
          <dgm:bulletEnabled val="1"/>
        </dgm:presLayoutVars>
      </dgm:prSet>
      <dgm:spPr/>
    </dgm:pt>
  </dgm:ptLst>
  <dgm:cxnLst>
    <dgm:cxn modelId="{574E6C08-F544-41B5-929E-0EDCFCCC370C}" type="presOf" srcId="{92F85A07-CE1D-4741-85CB-6B95FAC6D502}" destId="{557DB956-3F34-43A3-8416-A68F2815C007}" srcOrd="0" destOrd="0" presId="urn:microsoft.com/office/officeart/2005/8/layout/venn2"/>
    <dgm:cxn modelId="{1869C518-4152-4276-B225-46645C97E39A}" srcId="{C5A60C3F-0625-453E-B981-DA29FEB8303D}" destId="{58FCDC5C-7716-441D-B0AB-7ED8F48E511A}" srcOrd="1" destOrd="0" parTransId="{69649428-F01F-4C09-A9F5-C643A0C1C9F2}" sibTransId="{C005F5EC-DAB7-4605-BCF9-E09CF754CB9E}"/>
    <dgm:cxn modelId="{8B6BE71A-E273-4C5B-8459-50626874BB74}" type="presOf" srcId="{6F1FB21C-613D-438F-8ECA-D2596424956B}" destId="{ABAC6B29-A315-4F74-B202-FA2FCCDD40E8}" srcOrd="1" destOrd="0" presId="urn:microsoft.com/office/officeart/2005/8/layout/venn2"/>
    <dgm:cxn modelId="{920F892D-A72C-415E-9CC6-CEC87E3A4154}" srcId="{C5A60C3F-0625-453E-B981-DA29FEB8303D}" destId="{92F85A07-CE1D-4741-85CB-6B95FAC6D502}" srcOrd="2" destOrd="0" parTransId="{BE9169BA-66AF-4700-A999-AA6C6A9D3DA4}" sibTransId="{8394F0B6-7ECD-4DA4-A7B2-10B4A38B92E5}"/>
    <dgm:cxn modelId="{4E909631-9B37-4B54-AC15-6004AC09C192}" type="presOf" srcId="{58FCDC5C-7716-441D-B0AB-7ED8F48E511A}" destId="{71D7628B-46B5-43FF-AB43-DB4E4D2A8A64}" srcOrd="1" destOrd="0" presId="urn:microsoft.com/office/officeart/2005/8/layout/venn2"/>
    <dgm:cxn modelId="{74AF8D49-AE0A-41ED-8749-5E967C4218A8}" type="presOf" srcId="{4AA8E324-D564-4C60-90E7-5AA00D9C9541}" destId="{638E03D7-22F8-4A51-A4A9-C1B49E24938A}" srcOrd="0" destOrd="0" presId="urn:microsoft.com/office/officeart/2005/8/layout/venn2"/>
    <dgm:cxn modelId="{4156E384-099F-42B4-87C7-F37ADED1FFE2}" type="presOf" srcId="{6F1FB21C-613D-438F-8ECA-D2596424956B}" destId="{54E081D0-66A1-48B9-B332-602318764855}" srcOrd="0" destOrd="0" presId="urn:microsoft.com/office/officeart/2005/8/layout/venn2"/>
    <dgm:cxn modelId="{8EF8B787-32A5-4991-8CFE-8F13B0CC5BE1}" srcId="{C5A60C3F-0625-453E-B981-DA29FEB8303D}" destId="{4AA8E324-D564-4C60-90E7-5AA00D9C9541}" srcOrd="3" destOrd="0" parTransId="{DB8B8E59-F04D-4047-9F37-ADBA6EEA48DA}" sibTransId="{6102B815-29B9-4676-BF35-2DB10C75DA4C}"/>
    <dgm:cxn modelId="{93CA6D9B-5268-4FA4-ADB3-89D1BDE36582}" srcId="{C5A60C3F-0625-453E-B981-DA29FEB8303D}" destId="{6F1FB21C-613D-438F-8ECA-D2596424956B}" srcOrd="0" destOrd="0" parTransId="{065B8813-DF41-4525-82AE-B50D92BF227E}" sibTransId="{BC397EE5-A16D-4B25-A2BE-7C35DC532D33}"/>
    <dgm:cxn modelId="{FA652EA9-71D9-4BAF-84C8-83FB0954E1C0}" type="presOf" srcId="{C5A60C3F-0625-453E-B981-DA29FEB8303D}" destId="{C93F614E-7DA6-4F2B-8C19-63A8755130CC}" srcOrd="0" destOrd="0" presId="urn:microsoft.com/office/officeart/2005/8/layout/venn2"/>
    <dgm:cxn modelId="{278ABFAA-6BD9-4BDC-8913-5B06F8DD384D}" type="presOf" srcId="{58FCDC5C-7716-441D-B0AB-7ED8F48E511A}" destId="{E366C34E-81F7-4995-B096-DEC8281123DD}" srcOrd="0" destOrd="0" presId="urn:microsoft.com/office/officeart/2005/8/layout/venn2"/>
    <dgm:cxn modelId="{8ECF54B4-1FF0-4B85-8838-9403CA5ED7BD}" type="presOf" srcId="{4AA8E324-D564-4C60-90E7-5AA00D9C9541}" destId="{E8DEF46E-FE53-43F0-B8AA-6810744D6066}" srcOrd="1" destOrd="0" presId="urn:microsoft.com/office/officeart/2005/8/layout/venn2"/>
    <dgm:cxn modelId="{FD8576C7-633C-4DE9-8A44-7574D898D114}" type="presOf" srcId="{92F85A07-CE1D-4741-85CB-6B95FAC6D502}" destId="{5DE8772C-1993-4FAD-9AC3-C7F3EF808426}" srcOrd="1" destOrd="0" presId="urn:microsoft.com/office/officeart/2005/8/layout/venn2"/>
    <dgm:cxn modelId="{EA793A66-E3FF-464F-B9F8-CCA5B4084926}" type="presParOf" srcId="{C93F614E-7DA6-4F2B-8C19-63A8755130CC}" destId="{7F9CB43C-4D07-41AE-9DE1-6CE8F916C4FF}" srcOrd="0" destOrd="0" presId="urn:microsoft.com/office/officeart/2005/8/layout/venn2"/>
    <dgm:cxn modelId="{B47DA199-2646-41B4-8C05-45379D5FB8EB}" type="presParOf" srcId="{7F9CB43C-4D07-41AE-9DE1-6CE8F916C4FF}" destId="{54E081D0-66A1-48B9-B332-602318764855}" srcOrd="0" destOrd="0" presId="urn:microsoft.com/office/officeart/2005/8/layout/venn2"/>
    <dgm:cxn modelId="{F53972B0-7A48-4F42-8545-40106ADD7BBD}" type="presParOf" srcId="{7F9CB43C-4D07-41AE-9DE1-6CE8F916C4FF}" destId="{ABAC6B29-A315-4F74-B202-FA2FCCDD40E8}" srcOrd="1" destOrd="0" presId="urn:microsoft.com/office/officeart/2005/8/layout/venn2"/>
    <dgm:cxn modelId="{D320EF0F-64FE-472B-A5B5-793A8CC98458}" type="presParOf" srcId="{C93F614E-7DA6-4F2B-8C19-63A8755130CC}" destId="{E1E1CF00-ACF6-4CAB-B724-D41E5BB05D72}" srcOrd="1" destOrd="0" presId="urn:microsoft.com/office/officeart/2005/8/layout/venn2"/>
    <dgm:cxn modelId="{06932C27-5CFA-4BCE-8146-5A0FA86A28B9}" type="presParOf" srcId="{E1E1CF00-ACF6-4CAB-B724-D41E5BB05D72}" destId="{E366C34E-81F7-4995-B096-DEC8281123DD}" srcOrd="0" destOrd="0" presId="urn:microsoft.com/office/officeart/2005/8/layout/venn2"/>
    <dgm:cxn modelId="{49DE62E6-D9E2-4AB3-B290-6853045363A2}" type="presParOf" srcId="{E1E1CF00-ACF6-4CAB-B724-D41E5BB05D72}" destId="{71D7628B-46B5-43FF-AB43-DB4E4D2A8A64}" srcOrd="1" destOrd="0" presId="urn:microsoft.com/office/officeart/2005/8/layout/venn2"/>
    <dgm:cxn modelId="{289038E8-BA77-430B-833E-B4785045D81C}" type="presParOf" srcId="{C93F614E-7DA6-4F2B-8C19-63A8755130CC}" destId="{1F20A750-B1A6-4BC8-825D-754068F886FE}" srcOrd="2" destOrd="0" presId="urn:microsoft.com/office/officeart/2005/8/layout/venn2"/>
    <dgm:cxn modelId="{F66E10DC-39A9-4C70-B771-9FDBA131FEB9}" type="presParOf" srcId="{1F20A750-B1A6-4BC8-825D-754068F886FE}" destId="{557DB956-3F34-43A3-8416-A68F2815C007}" srcOrd="0" destOrd="0" presId="urn:microsoft.com/office/officeart/2005/8/layout/venn2"/>
    <dgm:cxn modelId="{A06AADCD-CD24-4612-B068-5A9F08DED0F3}" type="presParOf" srcId="{1F20A750-B1A6-4BC8-825D-754068F886FE}" destId="{5DE8772C-1993-4FAD-9AC3-C7F3EF808426}" srcOrd="1" destOrd="0" presId="urn:microsoft.com/office/officeart/2005/8/layout/venn2"/>
    <dgm:cxn modelId="{B3397644-B462-40FC-B98C-9E1B7D9EDBC3}" type="presParOf" srcId="{C93F614E-7DA6-4F2B-8C19-63A8755130CC}" destId="{C9DC09CD-EBE0-4DFC-B3FC-06BEDAA2CF71}" srcOrd="3" destOrd="0" presId="urn:microsoft.com/office/officeart/2005/8/layout/venn2"/>
    <dgm:cxn modelId="{49E8A636-3483-4E83-A73C-61C91110AFE9}" type="presParOf" srcId="{C9DC09CD-EBE0-4DFC-B3FC-06BEDAA2CF71}" destId="{638E03D7-22F8-4A51-A4A9-C1B49E24938A}" srcOrd="0" destOrd="0" presId="urn:microsoft.com/office/officeart/2005/8/layout/venn2"/>
    <dgm:cxn modelId="{5A822DAB-7917-45DE-9260-A32572B5C0A4}" type="presParOf" srcId="{C9DC09CD-EBE0-4DFC-B3FC-06BEDAA2CF71}" destId="{E8DEF46E-FE53-43F0-B8AA-6810744D6066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3533BE-8D23-4B07-9BE2-2365488D8E65}" type="doc">
      <dgm:prSet loTypeId="urn:microsoft.com/office/officeart/2005/8/layout/process4" loCatId="list" qsTypeId="urn:microsoft.com/office/officeart/2005/8/quickstyle/3d3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3402B99-0083-44C5-B33B-562AFABDEA10}">
      <dgm:prSet/>
      <dgm:spPr/>
      <dgm:t>
        <a:bodyPr/>
        <a:lstStyle/>
        <a:p>
          <a:r>
            <a:rPr lang="en-US"/>
            <a:t>Patient Registered</a:t>
          </a:r>
        </a:p>
      </dgm:t>
    </dgm:pt>
    <dgm:pt modelId="{71F27744-3FE7-4924-8160-946E63CE0715}" type="parTrans" cxnId="{093C2A24-DE19-4E60-B3A1-E4CE860EED22}">
      <dgm:prSet/>
      <dgm:spPr/>
      <dgm:t>
        <a:bodyPr/>
        <a:lstStyle/>
        <a:p>
          <a:endParaRPr lang="en-US"/>
        </a:p>
      </dgm:t>
    </dgm:pt>
    <dgm:pt modelId="{B0DF0D97-39E3-4DB6-B563-342F2774D0C4}" type="sibTrans" cxnId="{093C2A24-DE19-4E60-B3A1-E4CE860EED22}">
      <dgm:prSet/>
      <dgm:spPr/>
      <dgm:t>
        <a:bodyPr/>
        <a:lstStyle/>
        <a:p>
          <a:endParaRPr lang="en-US"/>
        </a:p>
      </dgm:t>
    </dgm:pt>
    <dgm:pt modelId="{74236541-758F-4940-9A41-B2AE9401A644}">
      <dgm:prSet/>
      <dgm:spPr/>
      <dgm:t>
        <a:bodyPr/>
        <a:lstStyle/>
        <a:p>
          <a:r>
            <a:rPr lang="en-US"/>
            <a:t>Bed Allotted</a:t>
          </a:r>
        </a:p>
      </dgm:t>
    </dgm:pt>
    <dgm:pt modelId="{BF23A768-01DC-424E-9F1B-3FA05CEDDE2C}" type="parTrans" cxnId="{E94F7E1C-0272-4D4D-A66F-14D9D9168B30}">
      <dgm:prSet/>
      <dgm:spPr/>
      <dgm:t>
        <a:bodyPr/>
        <a:lstStyle/>
        <a:p>
          <a:endParaRPr lang="en-US"/>
        </a:p>
      </dgm:t>
    </dgm:pt>
    <dgm:pt modelId="{DB8FD32B-23BB-44B7-BE3F-461E4630BA44}" type="sibTrans" cxnId="{E94F7E1C-0272-4D4D-A66F-14D9D9168B30}">
      <dgm:prSet/>
      <dgm:spPr/>
      <dgm:t>
        <a:bodyPr/>
        <a:lstStyle/>
        <a:p>
          <a:endParaRPr lang="en-US"/>
        </a:p>
      </dgm:t>
    </dgm:pt>
    <dgm:pt modelId="{F7E59369-9D24-4273-BA2D-5D72E678FB0B}">
      <dgm:prSet/>
      <dgm:spPr/>
      <dgm:t>
        <a:bodyPr/>
        <a:lstStyle/>
        <a:p>
          <a:r>
            <a:rPr lang="en-US"/>
            <a:t>Patient Care</a:t>
          </a:r>
        </a:p>
      </dgm:t>
    </dgm:pt>
    <dgm:pt modelId="{2C2A6390-DCC6-4607-A9D1-01E86CA2C2AE}" type="parTrans" cxnId="{77F99C77-5B43-4E43-9CDC-8B47378B7D15}">
      <dgm:prSet/>
      <dgm:spPr/>
      <dgm:t>
        <a:bodyPr/>
        <a:lstStyle/>
        <a:p>
          <a:endParaRPr lang="en-US"/>
        </a:p>
      </dgm:t>
    </dgm:pt>
    <dgm:pt modelId="{C8DE2A36-3E93-46D9-A77A-AC8DAEB1774B}" type="sibTrans" cxnId="{77F99C77-5B43-4E43-9CDC-8B47378B7D15}">
      <dgm:prSet/>
      <dgm:spPr/>
      <dgm:t>
        <a:bodyPr/>
        <a:lstStyle/>
        <a:p>
          <a:endParaRPr lang="en-US"/>
        </a:p>
      </dgm:t>
    </dgm:pt>
    <dgm:pt modelId="{9C959C45-C5D3-4B98-AB82-2A89187233F2}">
      <dgm:prSet/>
      <dgm:spPr/>
      <dgm:t>
        <a:bodyPr/>
        <a:lstStyle/>
        <a:p>
          <a:r>
            <a:rPr lang="en-US"/>
            <a:t>Discharged</a:t>
          </a:r>
        </a:p>
      </dgm:t>
    </dgm:pt>
    <dgm:pt modelId="{132704FC-1F86-4F68-B4AD-03B8978ABE20}" type="parTrans" cxnId="{B0852B91-1235-4F1D-9647-7310CDFA2AD6}">
      <dgm:prSet/>
      <dgm:spPr/>
      <dgm:t>
        <a:bodyPr/>
        <a:lstStyle/>
        <a:p>
          <a:endParaRPr lang="en-US"/>
        </a:p>
      </dgm:t>
    </dgm:pt>
    <dgm:pt modelId="{01FF3D61-B168-4037-B646-C2CC96400485}" type="sibTrans" cxnId="{B0852B91-1235-4F1D-9647-7310CDFA2AD6}">
      <dgm:prSet/>
      <dgm:spPr/>
      <dgm:t>
        <a:bodyPr/>
        <a:lstStyle/>
        <a:p>
          <a:endParaRPr lang="en-US"/>
        </a:p>
      </dgm:t>
    </dgm:pt>
    <dgm:pt modelId="{CC85D56E-36F9-4EC3-8933-3216CD57790A}">
      <dgm:prSet/>
      <dgm:spPr/>
      <dgm:t>
        <a:bodyPr/>
        <a:lstStyle/>
        <a:p>
          <a:r>
            <a:rPr lang="en-US"/>
            <a:t>Patient Records Maintained</a:t>
          </a:r>
        </a:p>
      </dgm:t>
    </dgm:pt>
    <dgm:pt modelId="{E462D8A6-68AC-46AD-8E64-27C8F5F83768}" type="parTrans" cxnId="{9C5B5D26-EFC8-4711-A530-D764C66E4906}">
      <dgm:prSet/>
      <dgm:spPr/>
      <dgm:t>
        <a:bodyPr/>
        <a:lstStyle/>
        <a:p>
          <a:endParaRPr lang="en-US"/>
        </a:p>
      </dgm:t>
    </dgm:pt>
    <dgm:pt modelId="{3F1340A2-56B1-4A9C-988D-B488076B7C21}" type="sibTrans" cxnId="{9C5B5D26-EFC8-4711-A530-D764C66E4906}">
      <dgm:prSet/>
      <dgm:spPr/>
      <dgm:t>
        <a:bodyPr/>
        <a:lstStyle/>
        <a:p>
          <a:endParaRPr lang="en-US"/>
        </a:p>
      </dgm:t>
    </dgm:pt>
    <dgm:pt modelId="{D139045E-B36E-459B-8027-04935C48DD3C}" type="pres">
      <dgm:prSet presAssocID="{BA3533BE-8D23-4B07-9BE2-2365488D8E65}" presName="Name0" presStyleCnt="0">
        <dgm:presLayoutVars>
          <dgm:dir/>
          <dgm:animLvl val="lvl"/>
          <dgm:resizeHandles val="exact"/>
        </dgm:presLayoutVars>
      </dgm:prSet>
      <dgm:spPr/>
    </dgm:pt>
    <dgm:pt modelId="{471C186C-E66B-46C6-A9AE-9859B0754785}" type="pres">
      <dgm:prSet presAssocID="{CC85D56E-36F9-4EC3-8933-3216CD57790A}" presName="boxAndChildren" presStyleCnt="0"/>
      <dgm:spPr/>
    </dgm:pt>
    <dgm:pt modelId="{327B90DE-ADA3-42C4-A7EB-BB9A5DB138F5}" type="pres">
      <dgm:prSet presAssocID="{CC85D56E-36F9-4EC3-8933-3216CD57790A}" presName="parentTextBox" presStyleLbl="node1" presStyleIdx="0" presStyleCnt="5"/>
      <dgm:spPr/>
    </dgm:pt>
    <dgm:pt modelId="{F3611C6A-DCFE-4372-B4F2-43AE86305164}" type="pres">
      <dgm:prSet presAssocID="{01FF3D61-B168-4037-B646-C2CC96400485}" presName="sp" presStyleCnt="0"/>
      <dgm:spPr/>
    </dgm:pt>
    <dgm:pt modelId="{C14C5D71-A991-4EBB-95E1-5BA7ECD4BAAE}" type="pres">
      <dgm:prSet presAssocID="{9C959C45-C5D3-4B98-AB82-2A89187233F2}" presName="arrowAndChildren" presStyleCnt="0"/>
      <dgm:spPr/>
    </dgm:pt>
    <dgm:pt modelId="{C8CD131C-DE87-4792-A7A8-3EABE2791B8F}" type="pres">
      <dgm:prSet presAssocID="{9C959C45-C5D3-4B98-AB82-2A89187233F2}" presName="parentTextArrow" presStyleLbl="node1" presStyleIdx="1" presStyleCnt="5"/>
      <dgm:spPr/>
    </dgm:pt>
    <dgm:pt modelId="{E41F0885-4628-42A7-A50A-D75F39282DD3}" type="pres">
      <dgm:prSet presAssocID="{C8DE2A36-3E93-46D9-A77A-AC8DAEB1774B}" presName="sp" presStyleCnt="0"/>
      <dgm:spPr/>
    </dgm:pt>
    <dgm:pt modelId="{2E719574-A89A-4190-AAD5-08B62247A543}" type="pres">
      <dgm:prSet presAssocID="{F7E59369-9D24-4273-BA2D-5D72E678FB0B}" presName="arrowAndChildren" presStyleCnt="0"/>
      <dgm:spPr/>
    </dgm:pt>
    <dgm:pt modelId="{FFAB1784-1884-4258-A9C8-86DBC0098035}" type="pres">
      <dgm:prSet presAssocID="{F7E59369-9D24-4273-BA2D-5D72E678FB0B}" presName="parentTextArrow" presStyleLbl="node1" presStyleIdx="2" presStyleCnt="5"/>
      <dgm:spPr/>
    </dgm:pt>
    <dgm:pt modelId="{7254982D-2156-4882-9460-AF166827D5DB}" type="pres">
      <dgm:prSet presAssocID="{DB8FD32B-23BB-44B7-BE3F-461E4630BA44}" presName="sp" presStyleCnt="0"/>
      <dgm:spPr/>
    </dgm:pt>
    <dgm:pt modelId="{E614F829-8AB9-45A1-BA5B-4BAD2AAF1E60}" type="pres">
      <dgm:prSet presAssocID="{74236541-758F-4940-9A41-B2AE9401A644}" presName="arrowAndChildren" presStyleCnt="0"/>
      <dgm:spPr/>
    </dgm:pt>
    <dgm:pt modelId="{4F38385A-848E-425A-B014-82E160F259CD}" type="pres">
      <dgm:prSet presAssocID="{74236541-758F-4940-9A41-B2AE9401A644}" presName="parentTextArrow" presStyleLbl="node1" presStyleIdx="3" presStyleCnt="5"/>
      <dgm:spPr/>
    </dgm:pt>
    <dgm:pt modelId="{B11A9AD5-BA97-4634-99FA-E2359E135E2E}" type="pres">
      <dgm:prSet presAssocID="{B0DF0D97-39E3-4DB6-B563-342F2774D0C4}" presName="sp" presStyleCnt="0"/>
      <dgm:spPr/>
    </dgm:pt>
    <dgm:pt modelId="{4C82070A-C728-4176-A378-B2CC53BE03DE}" type="pres">
      <dgm:prSet presAssocID="{D3402B99-0083-44C5-B33B-562AFABDEA10}" presName="arrowAndChildren" presStyleCnt="0"/>
      <dgm:spPr/>
    </dgm:pt>
    <dgm:pt modelId="{EA6FD50E-DD52-4E33-B1E8-9C81A279AEFD}" type="pres">
      <dgm:prSet presAssocID="{D3402B99-0083-44C5-B33B-562AFABDEA10}" presName="parentTextArrow" presStyleLbl="node1" presStyleIdx="4" presStyleCnt="5"/>
      <dgm:spPr/>
    </dgm:pt>
  </dgm:ptLst>
  <dgm:cxnLst>
    <dgm:cxn modelId="{F3A03F11-0389-4B06-9C03-98D0EE39C11A}" type="presOf" srcId="{74236541-758F-4940-9A41-B2AE9401A644}" destId="{4F38385A-848E-425A-B014-82E160F259CD}" srcOrd="0" destOrd="0" presId="urn:microsoft.com/office/officeart/2005/8/layout/process4"/>
    <dgm:cxn modelId="{E94F7E1C-0272-4D4D-A66F-14D9D9168B30}" srcId="{BA3533BE-8D23-4B07-9BE2-2365488D8E65}" destId="{74236541-758F-4940-9A41-B2AE9401A644}" srcOrd="1" destOrd="0" parTransId="{BF23A768-01DC-424E-9F1B-3FA05CEDDE2C}" sibTransId="{DB8FD32B-23BB-44B7-BE3F-461E4630BA44}"/>
    <dgm:cxn modelId="{093C2A24-DE19-4E60-B3A1-E4CE860EED22}" srcId="{BA3533BE-8D23-4B07-9BE2-2365488D8E65}" destId="{D3402B99-0083-44C5-B33B-562AFABDEA10}" srcOrd="0" destOrd="0" parTransId="{71F27744-3FE7-4924-8160-946E63CE0715}" sibTransId="{B0DF0D97-39E3-4DB6-B563-342F2774D0C4}"/>
    <dgm:cxn modelId="{9C5B5D26-EFC8-4711-A530-D764C66E4906}" srcId="{BA3533BE-8D23-4B07-9BE2-2365488D8E65}" destId="{CC85D56E-36F9-4EC3-8933-3216CD57790A}" srcOrd="4" destOrd="0" parTransId="{E462D8A6-68AC-46AD-8E64-27C8F5F83768}" sibTransId="{3F1340A2-56B1-4A9C-988D-B488076B7C21}"/>
    <dgm:cxn modelId="{4306A33A-EF55-4761-AD87-0B88DC15ABE1}" type="presOf" srcId="{F7E59369-9D24-4273-BA2D-5D72E678FB0B}" destId="{FFAB1784-1884-4258-A9C8-86DBC0098035}" srcOrd="0" destOrd="0" presId="urn:microsoft.com/office/officeart/2005/8/layout/process4"/>
    <dgm:cxn modelId="{E18A223F-9229-4253-8607-8DBC7BF9165E}" type="presOf" srcId="{BA3533BE-8D23-4B07-9BE2-2365488D8E65}" destId="{D139045E-B36E-459B-8027-04935C48DD3C}" srcOrd="0" destOrd="0" presId="urn:microsoft.com/office/officeart/2005/8/layout/process4"/>
    <dgm:cxn modelId="{A2FBAF42-06AA-4CB6-B57D-BD559818150F}" type="presOf" srcId="{9C959C45-C5D3-4B98-AB82-2A89187233F2}" destId="{C8CD131C-DE87-4792-A7A8-3EABE2791B8F}" srcOrd="0" destOrd="0" presId="urn:microsoft.com/office/officeart/2005/8/layout/process4"/>
    <dgm:cxn modelId="{0C39C953-FF43-40E6-AB2B-45E9C55A0B38}" type="presOf" srcId="{D3402B99-0083-44C5-B33B-562AFABDEA10}" destId="{EA6FD50E-DD52-4E33-B1E8-9C81A279AEFD}" srcOrd="0" destOrd="0" presId="urn:microsoft.com/office/officeart/2005/8/layout/process4"/>
    <dgm:cxn modelId="{77F99C77-5B43-4E43-9CDC-8B47378B7D15}" srcId="{BA3533BE-8D23-4B07-9BE2-2365488D8E65}" destId="{F7E59369-9D24-4273-BA2D-5D72E678FB0B}" srcOrd="2" destOrd="0" parTransId="{2C2A6390-DCC6-4607-A9D1-01E86CA2C2AE}" sibTransId="{C8DE2A36-3E93-46D9-A77A-AC8DAEB1774B}"/>
    <dgm:cxn modelId="{8482DD89-EA67-42F1-9209-9BE9EBA03276}" type="presOf" srcId="{CC85D56E-36F9-4EC3-8933-3216CD57790A}" destId="{327B90DE-ADA3-42C4-A7EB-BB9A5DB138F5}" srcOrd="0" destOrd="0" presId="urn:microsoft.com/office/officeart/2005/8/layout/process4"/>
    <dgm:cxn modelId="{B0852B91-1235-4F1D-9647-7310CDFA2AD6}" srcId="{BA3533BE-8D23-4B07-9BE2-2365488D8E65}" destId="{9C959C45-C5D3-4B98-AB82-2A89187233F2}" srcOrd="3" destOrd="0" parTransId="{132704FC-1F86-4F68-B4AD-03B8978ABE20}" sibTransId="{01FF3D61-B168-4037-B646-C2CC96400485}"/>
    <dgm:cxn modelId="{2405B3A9-769B-4CA9-8CAF-D10B31E83C4D}" type="presParOf" srcId="{D139045E-B36E-459B-8027-04935C48DD3C}" destId="{471C186C-E66B-46C6-A9AE-9859B0754785}" srcOrd="0" destOrd="0" presId="urn:microsoft.com/office/officeart/2005/8/layout/process4"/>
    <dgm:cxn modelId="{15947C46-6234-49E7-B4D8-4EA8BC55D561}" type="presParOf" srcId="{471C186C-E66B-46C6-A9AE-9859B0754785}" destId="{327B90DE-ADA3-42C4-A7EB-BB9A5DB138F5}" srcOrd="0" destOrd="0" presId="urn:microsoft.com/office/officeart/2005/8/layout/process4"/>
    <dgm:cxn modelId="{F7665AF3-5501-4C56-9CCE-6ABEC5A7120A}" type="presParOf" srcId="{D139045E-B36E-459B-8027-04935C48DD3C}" destId="{F3611C6A-DCFE-4372-B4F2-43AE86305164}" srcOrd="1" destOrd="0" presId="urn:microsoft.com/office/officeart/2005/8/layout/process4"/>
    <dgm:cxn modelId="{4EF56C87-9877-4B45-B310-BC6148AF25E4}" type="presParOf" srcId="{D139045E-B36E-459B-8027-04935C48DD3C}" destId="{C14C5D71-A991-4EBB-95E1-5BA7ECD4BAAE}" srcOrd="2" destOrd="0" presId="urn:microsoft.com/office/officeart/2005/8/layout/process4"/>
    <dgm:cxn modelId="{3DEEF8A0-94E5-4822-ACC2-C7DB358A890E}" type="presParOf" srcId="{C14C5D71-A991-4EBB-95E1-5BA7ECD4BAAE}" destId="{C8CD131C-DE87-4792-A7A8-3EABE2791B8F}" srcOrd="0" destOrd="0" presId="urn:microsoft.com/office/officeart/2005/8/layout/process4"/>
    <dgm:cxn modelId="{10E7D38A-A8D6-47C6-8988-51F17FA02038}" type="presParOf" srcId="{D139045E-B36E-459B-8027-04935C48DD3C}" destId="{E41F0885-4628-42A7-A50A-D75F39282DD3}" srcOrd="3" destOrd="0" presId="urn:microsoft.com/office/officeart/2005/8/layout/process4"/>
    <dgm:cxn modelId="{B49B06E8-2BEA-4558-B6CF-03501AC830A0}" type="presParOf" srcId="{D139045E-B36E-459B-8027-04935C48DD3C}" destId="{2E719574-A89A-4190-AAD5-08B62247A543}" srcOrd="4" destOrd="0" presId="urn:microsoft.com/office/officeart/2005/8/layout/process4"/>
    <dgm:cxn modelId="{4F669E31-E6DB-4C10-A42F-9890BD506A97}" type="presParOf" srcId="{2E719574-A89A-4190-AAD5-08B62247A543}" destId="{FFAB1784-1884-4258-A9C8-86DBC0098035}" srcOrd="0" destOrd="0" presId="urn:microsoft.com/office/officeart/2005/8/layout/process4"/>
    <dgm:cxn modelId="{71271238-2424-4643-A7D9-73102A7514BC}" type="presParOf" srcId="{D139045E-B36E-459B-8027-04935C48DD3C}" destId="{7254982D-2156-4882-9460-AF166827D5DB}" srcOrd="5" destOrd="0" presId="urn:microsoft.com/office/officeart/2005/8/layout/process4"/>
    <dgm:cxn modelId="{CBEE57A2-E72D-49B4-9990-D651F927A494}" type="presParOf" srcId="{D139045E-B36E-459B-8027-04935C48DD3C}" destId="{E614F829-8AB9-45A1-BA5B-4BAD2AAF1E60}" srcOrd="6" destOrd="0" presId="urn:microsoft.com/office/officeart/2005/8/layout/process4"/>
    <dgm:cxn modelId="{A91B8A9A-8402-4577-A4E0-7179D22BE032}" type="presParOf" srcId="{E614F829-8AB9-45A1-BA5B-4BAD2AAF1E60}" destId="{4F38385A-848E-425A-B014-82E160F259CD}" srcOrd="0" destOrd="0" presId="urn:microsoft.com/office/officeart/2005/8/layout/process4"/>
    <dgm:cxn modelId="{472D91F9-91BA-4557-802C-D12176C9B6CC}" type="presParOf" srcId="{D139045E-B36E-459B-8027-04935C48DD3C}" destId="{B11A9AD5-BA97-4634-99FA-E2359E135E2E}" srcOrd="7" destOrd="0" presId="urn:microsoft.com/office/officeart/2005/8/layout/process4"/>
    <dgm:cxn modelId="{4FB7B47E-B9DD-4A97-8560-794C249E4FDC}" type="presParOf" srcId="{D139045E-B36E-459B-8027-04935C48DD3C}" destId="{4C82070A-C728-4176-A378-B2CC53BE03DE}" srcOrd="8" destOrd="0" presId="urn:microsoft.com/office/officeart/2005/8/layout/process4"/>
    <dgm:cxn modelId="{50EAE747-B417-4251-94A5-ABA5827F569A}" type="presParOf" srcId="{4C82070A-C728-4176-A378-B2CC53BE03DE}" destId="{EA6FD50E-DD52-4E33-B1E8-9C81A279AEF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E081D0-66A1-48B9-B332-602318764855}">
      <dsp:nvSpPr>
        <dsp:cNvPr id="0" name=""/>
        <dsp:cNvSpPr/>
      </dsp:nvSpPr>
      <dsp:spPr>
        <a:xfrm>
          <a:off x="-95447" y="0"/>
          <a:ext cx="11801004" cy="648392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u="sng" kern="1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Affected External Stakeholders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Regulators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Insurance companies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Suppliers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Patients</a:t>
          </a:r>
        </a:p>
      </dsp:txBody>
      <dsp:txXfrm>
        <a:off x="4155274" y="324196"/>
        <a:ext cx="3299560" cy="972588"/>
      </dsp:txXfrm>
    </dsp:sp>
    <dsp:sp modelId="{E366C34E-81F7-4995-B096-DEC8281123DD}">
      <dsp:nvSpPr>
        <dsp:cNvPr id="0" name=""/>
        <dsp:cNvSpPr/>
      </dsp:nvSpPr>
      <dsp:spPr>
        <a:xfrm>
          <a:off x="950201" y="1673890"/>
          <a:ext cx="9709705" cy="4432930"/>
        </a:xfrm>
        <a:prstGeom prst="ellipse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u="sng" kern="1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Organization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Mgmt.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Billing Manager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Charge Nurse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Physician Director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Clinical Workflow Specialist</a:t>
          </a:r>
          <a:endParaRPr lang="en-US" sz="1200" b="1" kern="1200" dirty="0">
            <a:solidFill>
              <a:schemeClr val="tx1">
                <a:lumMod val="95000"/>
                <a:lumOff val="5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108283" y="1939866"/>
        <a:ext cx="3393541" cy="797927"/>
      </dsp:txXfrm>
    </dsp:sp>
    <dsp:sp modelId="{557DB956-3F34-43A3-8416-A68F2815C007}">
      <dsp:nvSpPr>
        <dsp:cNvPr id="0" name=""/>
        <dsp:cNvSpPr/>
      </dsp:nvSpPr>
      <dsp:spPr>
        <a:xfrm>
          <a:off x="2085485" y="2921216"/>
          <a:ext cx="7439137" cy="3235064"/>
        </a:xfrm>
        <a:prstGeom prst="ellipse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u="sng" kern="1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Affected Organizational Unit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Providers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Nurses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Clinic operators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Billing Staff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Admin. Staff</a:t>
          </a:r>
        </a:p>
      </dsp:txBody>
      <dsp:txXfrm>
        <a:off x="4071735" y="3163845"/>
        <a:ext cx="3466638" cy="727889"/>
      </dsp:txXfrm>
    </dsp:sp>
    <dsp:sp modelId="{638E03D7-22F8-4A51-A4A9-C1B49E24938A}">
      <dsp:nvSpPr>
        <dsp:cNvPr id="0" name=""/>
        <dsp:cNvSpPr/>
      </dsp:nvSpPr>
      <dsp:spPr>
        <a:xfrm>
          <a:off x="2922015" y="4183480"/>
          <a:ext cx="5766077" cy="2007319"/>
        </a:xfrm>
        <a:prstGeom prst="ellipse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u="sng" kern="1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Solution Delivery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Business Analyst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Project Manager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Ops Support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Implementation SME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Tester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/>
        </a:p>
      </dsp:txBody>
      <dsp:txXfrm>
        <a:off x="3766438" y="4685310"/>
        <a:ext cx="4077232" cy="10036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7B90DE-ADA3-42C4-A7EB-BB9A5DB138F5}">
      <dsp:nvSpPr>
        <dsp:cNvPr id="0" name=""/>
        <dsp:cNvSpPr/>
      </dsp:nvSpPr>
      <dsp:spPr>
        <a:xfrm>
          <a:off x="0" y="2650669"/>
          <a:ext cx="6192982" cy="4348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Patient Records Maintained</a:t>
          </a:r>
        </a:p>
      </dsp:txBody>
      <dsp:txXfrm>
        <a:off x="0" y="2650669"/>
        <a:ext cx="6192982" cy="434864"/>
      </dsp:txXfrm>
    </dsp:sp>
    <dsp:sp modelId="{C8CD131C-DE87-4792-A7A8-3EABE2791B8F}">
      <dsp:nvSpPr>
        <dsp:cNvPr id="0" name=""/>
        <dsp:cNvSpPr/>
      </dsp:nvSpPr>
      <dsp:spPr>
        <a:xfrm rot="10800000">
          <a:off x="0" y="1988370"/>
          <a:ext cx="6192982" cy="668821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Discharged</a:t>
          </a:r>
        </a:p>
      </dsp:txBody>
      <dsp:txXfrm rot="10800000">
        <a:off x="0" y="1988370"/>
        <a:ext cx="6192982" cy="434580"/>
      </dsp:txXfrm>
    </dsp:sp>
    <dsp:sp modelId="{FFAB1784-1884-4258-A9C8-86DBC0098035}">
      <dsp:nvSpPr>
        <dsp:cNvPr id="0" name=""/>
        <dsp:cNvSpPr/>
      </dsp:nvSpPr>
      <dsp:spPr>
        <a:xfrm rot="10800000">
          <a:off x="0" y="1326072"/>
          <a:ext cx="6192982" cy="668821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Patient Care</a:t>
          </a:r>
        </a:p>
      </dsp:txBody>
      <dsp:txXfrm rot="10800000">
        <a:off x="0" y="1326072"/>
        <a:ext cx="6192982" cy="434580"/>
      </dsp:txXfrm>
    </dsp:sp>
    <dsp:sp modelId="{4F38385A-848E-425A-B014-82E160F259CD}">
      <dsp:nvSpPr>
        <dsp:cNvPr id="0" name=""/>
        <dsp:cNvSpPr/>
      </dsp:nvSpPr>
      <dsp:spPr>
        <a:xfrm rot="10800000">
          <a:off x="0" y="663774"/>
          <a:ext cx="6192982" cy="668821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Bed Allotted</a:t>
          </a:r>
        </a:p>
      </dsp:txBody>
      <dsp:txXfrm rot="10800000">
        <a:off x="0" y="663774"/>
        <a:ext cx="6192982" cy="434580"/>
      </dsp:txXfrm>
    </dsp:sp>
    <dsp:sp modelId="{EA6FD50E-DD52-4E33-B1E8-9C81A279AEFD}">
      <dsp:nvSpPr>
        <dsp:cNvPr id="0" name=""/>
        <dsp:cNvSpPr/>
      </dsp:nvSpPr>
      <dsp:spPr>
        <a:xfrm rot="10800000">
          <a:off x="0" y="1475"/>
          <a:ext cx="6192982" cy="668821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Patient Registered</a:t>
          </a:r>
        </a:p>
      </dsp:txBody>
      <dsp:txXfrm rot="10800000">
        <a:off x="0" y="1475"/>
        <a:ext cx="6192982" cy="4345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ED7F7-61E1-BAE8-9925-8F33A0AF2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1C38B2-6C77-FB5C-E14B-B2EB19A489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1AD-5316-108B-AEEC-0C209A017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33AA1-FDFB-409F-9590-A12E173D96C6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AD7E3-061F-AC7C-8187-2F2FB75CA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5F148-B3FF-C4F4-ECF1-506357F84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0BE2E-7F7D-4703-A77F-E1DDBB98B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061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AD887-766C-5CB7-6C84-6B57047C7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903FC-4144-2232-4338-D071BA469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3B05E-C0F0-CE17-EE76-AED32177F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33AA1-FDFB-409F-9590-A12E173D96C6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31D4D-72C5-CD37-C954-3150E9D97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1EC4C-9BC8-854E-572E-3D8DA7297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0BE2E-7F7D-4703-A77F-E1DDBB98B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999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E1CCE-C039-2C63-689A-4A420288B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45CD2-E49F-1112-DEA5-E987296BB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848E5-E572-DE6A-584F-1926C552E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33AA1-FDFB-409F-9590-A12E173D96C6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20197-7478-3D9F-386A-084BC2273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132FE-FE0D-F6EC-C89D-242F19B2F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0BE2E-7F7D-4703-A77F-E1DDBB98B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20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E549F-5D56-C604-AB6C-BFF74982A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3577A-A5B3-9D46-A068-8C13E6757F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29CBAC-5366-0FE6-79D9-8E7E961FA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A3F25-9E80-B2E7-D1AE-E3CC5EF40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33AA1-FDFB-409F-9590-A12E173D96C6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71319-441D-330A-F4EE-5CF6CCA3F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7EFF3-EB0B-4B43-EC74-63E9B1456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0BE2E-7F7D-4703-A77F-E1DDBB98B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99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D5969-93E9-A1E4-AD62-B05443CC7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516BC-2078-1FFC-2E4A-0BE22B7BB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6222B-88A4-96A0-0733-5DC86DF4DD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E4DD0-5DA5-85CC-DFDD-1C85A7E211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454007-7B30-4C2B-149C-3E4CAF952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3039F7-C003-247D-CE66-3D2A4C39F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33AA1-FDFB-409F-9590-A12E173D96C6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185F51-2A03-C666-5884-1FD23D402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156E6-EBA2-A9A1-6D83-57E5AE2CA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0BE2E-7F7D-4703-A77F-E1DDBB98B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245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71A3F-1F46-FD09-E50C-17B8F0D88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75B774-F5CF-6604-AD3F-B39060AE8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33AA1-FDFB-409F-9590-A12E173D96C6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0F01DE-E8E5-FCE9-2FFE-649FF001E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60FB0-1CE4-9422-335C-7152C13F8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0BE2E-7F7D-4703-A77F-E1DDBB98B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303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5222A3-BF75-EB85-4C87-2EAD084CE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33AA1-FDFB-409F-9590-A12E173D96C6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BD11EF-F4CF-C7EF-7AC6-012171E63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94D3F-FD99-4119-6666-586643104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0BE2E-7F7D-4703-A77F-E1DDBB98B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410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F4B1B-1F99-4D51-8FDE-60915F7BC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93CCF-1E0D-6301-341C-F95A29F42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E53EBC-5388-F7A4-10F6-936FC0F72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55D6B-BFE7-D5E6-93CB-1E65536D4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33AA1-FDFB-409F-9590-A12E173D96C6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F00275-129F-0028-9B9B-A71CDDC96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D58BE-4753-7484-540B-2EF67D70A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0BE2E-7F7D-4703-A77F-E1DDBB98B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153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EC81E-19F5-2C60-03BA-100A00DFD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8CDB7D-ECBD-3C16-75E1-4B8F087956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018FC-4D48-AE80-3B16-766D65C5E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A3B15-AA09-437C-BF65-AE0F180C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33AA1-FDFB-409F-9590-A12E173D96C6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6A6D8-1A6C-478E-4460-40AA73CAF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8DB65-C09C-8956-92BD-4EA76CAAF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0BE2E-7F7D-4703-A77F-E1DDBB98B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0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5D48A-BD19-DA04-1FD6-E0D157EDA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B7D8B6-E9D0-3AB3-ADF9-064733A9B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52378-6F55-9A09-0669-03AE271D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33AA1-FDFB-409F-9590-A12E173D96C6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69536-3D67-CCD1-5BEC-21421ED33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02F93-94E8-8684-4613-7C71C5C73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0BE2E-7F7D-4703-A77F-E1DDBB98B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378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7E3577-8168-AAF0-F877-AEDAAEC6A8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C64EF1-B4C4-EF6F-5D0C-F7AF7BA6FA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1210F-BF68-7284-C7AB-05013BDCA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33AA1-FDFB-409F-9590-A12E173D96C6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38337-29D5-6760-716F-DCDAE4F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36A6E-A4E9-0418-1672-24AB24EFE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0BE2E-7F7D-4703-A77F-E1DDBB98B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531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570CFA-1E78-C35F-B9DA-F676ADCC2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8F11A-F00C-F954-4D4D-DE2FCD5E0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07BF5-1763-EC2F-570C-1EA441F50E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33AA1-FDFB-409F-9590-A12E173D96C6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886C2-BBCD-F618-C4CD-6C1466FDC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36CC7-3FB8-BE6A-E1B6-C6798FEC96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0BE2E-7F7D-4703-A77F-E1DDBB98B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67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671EAAC-5FE1-BF83-B90D-898D48ED12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9928259"/>
              </p:ext>
            </p:extLst>
          </p:nvPr>
        </p:nvGraphicFramePr>
        <p:xfrm>
          <a:off x="374073" y="249382"/>
          <a:ext cx="11610109" cy="64839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3858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FB4D4C43-58E0-E537-D484-0F9CE2DC41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782143"/>
              </p:ext>
            </p:extLst>
          </p:nvPr>
        </p:nvGraphicFramePr>
        <p:xfrm>
          <a:off x="595746" y="736845"/>
          <a:ext cx="6192982" cy="30870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AC92867-E780-1921-7FDD-9A0D2A901433}"/>
              </a:ext>
            </a:extLst>
          </p:cNvPr>
          <p:cNvCxnSpPr/>
          <p:nvPr/>
        </p:nvCxnSpPr>
        <p:spPr>
          <a:xfrm>
            <a:off x="6788727" y="2280349"/>
            <a:ext cx="18288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AC8E084-7E40-9D55-4BCA-A4478FC8D3A6}"/>
              </a:ext>
            </a:extLst>
          </p:cNvPr>
          <p:cNvSpPr txBox="1"/>
          <p:nvPr/>
        </p:nvSpPr>
        <p:spPr>
          <a:xfrm>
            <a:off x="8672945" y="1383821"/>
            <a:ext cx="3020291" cy="2031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Diagnostics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Examination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Investigations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Medical treatment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Nursing care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Complimentary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Patient counselling</a:t>
            </a:r>
          </a:p>
        </p:txBody>
      </p:sp>
    </p:spTree>
    <p:extLst>
      <p:ext uri="{BB962C8B-B14F-4D97-AF65-F5344CB8AC3E}">
        <p14:creationId xmlns:p14="http://schemas.microsoft.com/office/powerpoint/2010/main" val="1967714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64</Words>
  <Application>Microsoft Office PowerPoint</Application>
  <PresentationFormat>Widescreen</PresentationFormat>
  <Paragraphs>35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Sattik Mohanta</dc:creator>
  <cp:lastModifiedBy>Sattik Mohanta</cp:lastModifiedBy>
  <cp:revision>2</cp:revision>
  <dcterms:created xsi:type="dcterms:W3CDTF">2023-08-21T08:27:42Z</dcterms:created>
  <dcterms:modified xsi:type="dcterms:W3CDTF">2023-08-22T01:29:34Z</dcterms:modified>
</cp:coreProperties>
</file>